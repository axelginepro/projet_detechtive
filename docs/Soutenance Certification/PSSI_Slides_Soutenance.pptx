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BC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1A8C87"/>
          </a:solidFill>
          <a:ln w="12700">
            <a:solidFill>
              <a:srgbClr val="1A8C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 de Sécurité des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 d'Information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474720" y="2103120"/>
            <a:ext cx="2194560" cy="640080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0" y="2103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 S  S  I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286000" y="2880360"/>
            <a:ext cx="4572000" cy="36576"/>
          </a:xfrm>
          <a:prstGeom prst="rect">
            <a:avLst/>
          </a:prstGeom>
          <a:solidFill>
            <a:srgbClr val="C8F5F3">
              <a:alpha val="80000"/>
            </a:srgbClr>
          </a:solidFill>
          <a:ln w="12700">
            <a:solidFill>
              <a:srgbClr val="C8F5F3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649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DeTECHtive  —  Infrastructure Router-on-a-Stick  |  v1.0  —  Mars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8221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0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ISO/IEC 27001  •  ANSSI PSSIE  •  RGS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0" y="4224528"/>
            <a:ext cx="914400" cy="274320"/>
          </a:xfrm>
          <a:prstGeom prst="rect">
            <a:avLst/>
          </a:prstGeom>
          <a:solidFill>
            <a:srgbClr val="1A8C87"/>
          </a:solidFill>
          <a:ln w="12700">
            <a:solidFill>
              <a:srgbClr val="1A8C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4224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023360" y="4224528"/>
            <a:ext cx="9144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4224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ANSSI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120640" y="4224528"/>
            <a:ext cx="91440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4224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347472" cy="347472"/>
          </a:xfrm>
          <a:prstGeom prst="ellipse">
            <a:avLst/>
          </a:prstGeom>
          <a:solidFill>
            <a:srgbClr val="29BCB5"/>
          </a:solidFill>
          <a:ln w="19050">
            <a:solidFill>
              <a:srgbClr val="1A8C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7315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de Sécurité — CIA + Traçabilité + Résilience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548640"/>
            <a:ext cx="8046720" cy="27432"/>
          </a:xfrm>
          <a:prstGeom prst="rect">
            <a:avLst/>
          </a:prstGeom>
          <a:solidFill>
            <a:srgbClr val="29BCB5"/>
          </a:solidFill>
          <a:ln w="12700">
            <a:solidFill>
              <a:srgbClr val="29BC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29BCB5"/>
          </a:solidFill>
          <a:ln w="12700">
            <a:solidFill>
              <a:srgbClr val="29BC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0" y="49423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1554480" cy="2926080"/>
          </a:xfrm>
          <a:prstGeom prst="rect">
            <a:avLst/>
          </a:prstGeom>
          <a:solidFill>
            <a:srgbClr val="F4FAF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22960"/>
            <a:ext cx="1554480" cy="502920"/>
          </a:xfrm>
          <a:prstGeom prst="rect">
            <a:avLst/>
          </a:prstGeom>
          <a:solidFill>
            <a:srgbClr val="1A8C87"/>
          </a:solidFill>
          <a:ln w="12700">
            <a:solidFill>
              <a:srgbClr val="1A8C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822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0040" y="1371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Confidentialité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192024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SSL/TLS,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VLAN,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NTFS + AD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965960" y="822960"/>
            <a:ext cx="1554480" cy="2926080"/>
          </a:xfrm>
          <a:prstGeom prst="rect">
            <a:avLst/>
          </a:prstGeom>
          <a:solidFill>
            <a:srgbClr val="F4FAF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65960" y="822960"/>
            <a:ext cx="155448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65960" y="822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011680" y="1371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Intégrité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57400" y="192024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PKI interne (AD CS),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préparées PDO,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des configs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0" y="822960"/>
            <a:ext cx="1554480" cy="2926080"/>
          </a:xfrm>
          <a:prstGeom prst="rect">
            <a:avLst/>
          </a:prstGeom>
          <a:solidFill>
            <a:srgbClr val="F4FAF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0" y="822960"/>
            <a:ext cx="155448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822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703320" y="1371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49040" y="192024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3-2-1,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60 isolé,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RTO/RPO définis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49240" y="822960"/>
            <a:ext cx="1554480" cy="2926080"/>
          </a:xfrm>
          <a:prstGeom prst="rect">
            <a:avLst/>
          </a:prstGeom>
          <a:solidFill>
            <a:srgbClr val="F4FAF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349240" y="822960"/>
            <a:ext cx="155448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822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394960" y="1371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192024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Wazuh,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centralisés,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alertes critiques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040880" y="822960"/>
            <a:ext cx="1554480" cy="2926080"/>
          </a:xfrm>
          <a:prstGeom prst="rect">
            <a:avLst/>
          </a:prstGeom>
          <a:solidFill>
            <a:srgbClr val="F4FAF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040880" y="822960"/>
            <a:ext cx="155448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822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7086600" y="1371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Résilience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32320" y="192024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Anti-ransomware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60 passif,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restauration testée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347472" cy="347472"/>
          </a:xfrm>
          <a:prstGeom prst="ellipse">
            <a:avLst/>
          </a:prstGeom>
          <a:solidFill>
            <a:srgbClr val="29BCB5"/>
          </a:solidFill>
          <a:ln w="19050">
            <a:solidFill>
              <a:srgbClr val="1A8C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7315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 Zonage — 6 Zones de Sécurité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548640"/>
            <a:ext cx="8046720" cy="27432"/>
          </a:xfrm>
          <a:prstGeom prst="rect">
            <a:avLst/>
          </a:prstGeom>
          <a:solidFill>
            <a:srgbClr val="29BCB5"/>
          </a:solidFill>
          <a:ln w="12700">
            <a:solidFill>
              <a:srgbClr val="29BC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29BCB5"/>
          </a:solidFill>
          <a:ln w="12700">
            <a:solidFill>
              <a:srgbClr val="29BC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0" y="49423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713232"/>
            <a:ext cx="8686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71323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43000" y="713232"/>
            <a:ext cx="15087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71323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51760" y="713232"/>
            <a:ext cx="15544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7132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06240" y="713232"/>
            <a:ext cx="8686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71323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74920" y="713232"/>
            <a:ext cx="39776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71323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clé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1060704"/>
            <a:ext cx="8686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060704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10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143000" y="1060704"/>
            <a:ext cx="15087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1060704"/>
            <a:ext cx="1508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651760" y="1060704"/>
            <a:ext cx="15544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1760" y="1060704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192.168.10.0/28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06240" y="1060704"/>
            <a:ext cx="868680" cy="493776"/>
          </a:xfrm>
          <a:prstGeom prst="rect">
            <a:avLst/>
          </a:prstGeom>
          <a:solidFill>
            <a:srgbClr val="DC2626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1060704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74920" y="1060704"/>
            <a:ext cx="39776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1060704"/>
            <a:ext cx="3977640" cy="493776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Isolée — aucune init. vers AD / MGMT / BACKUP (pivot bloqué)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1554480"/>
            <a:ext cx="868680" cy="493776"/>
          </a:xfrm>
          <a:prstGeom prst="rect">
            <a:avLst/>
          </a:prstGeom>
          <a:solidFill>
            <a:srgbClr val="F0FA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1554480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20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143000" y="1554480"/>
            <a:ext cx="1508760" cy="493776"/>
          </a:xfrm>
          <a:prstGeom prst="rect">
            <a:avLst/>
          </a:prstGeom>
          <a:solidFill>
            <a:srgbClr val="F0FA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3000" y="1554480"/>
            <a:ext cx="1508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651760" y="1554480"/>
            <a:ext cx="1554480" cy="493776"/>
          </a:xfrm>
          <a:prstGeom prst="rect">
            <a:avLst/>
          </a:prstGeom>
          <a:solidFill>
            <a:srgbClr val="F0FA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51760" y="1554480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192.168.10.16/28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206240" y="1554480"/>
            <a:ext cx="868680" cy="493776"/>
          </a:xfrm>
          <a:prstGeom prst="rect">
            <a:avLst/>
          </a:prstGeom>
          <a:solidFill>
            <a:srgbClr val="D97706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06240" y="1554480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74920" y="1554480"/>
            <a:ext cx="3977640" cy="493776"/>
          </a:xfrm>
          <a:prstGeom prst="rect">
            <a:avLst/>
          </a:prstGeom>
          <a:solidFill>
            <a:srgbClr val="F0FA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4920" y="1554480"/>
            <a:ext cx="3977640" cy="493776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restreint : ports 3306 et 445 uniquement depuis DMZ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2048256"/>
            <a:ext cx="8686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2048256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30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143000" y="2048256"/>
            <a:ext cx="15087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43000" y="2048256"/>
            <a:ext cx="1508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WORKSTATIONS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651760" y="2048256"/>
            <a:ext cx="15544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51760" y="2048256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192.168.10.128/25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206240" y="2048256"/>
            <a:ext cx="868680" cy="493776"/>
          </a:xfrm>
          <a:prstGeom prst="rect">
            <a:avLst/>
          </a:prstGeom>
          <a:solidFill>
            <a:srgbClr val="2563EB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06240" y="2048256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074920" y="2048256"/>
            <a:ext cx="39776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74920" y="2048256"/>
            <a:ext cx="3977640" cy="493776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 AD obligatoire — isolé de DMZ, MGMT et BACKUP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" y="2542032"/>
            <a:ext cx="868680" cy="493776"/>
          </a:xfrm>
          <a:prstGeom prst="rect">
            <a:avLst/>
          </a:prstGeom>
          <a:solidFill>
            <a:srgbClr val="F0FA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2542032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40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143000" y="2542032"/>
            <a:ext cx="1508760" cy="493776"/>
          </a:xfrm>
          <a:prstGeom prst="rect">
            <a:avLst/>
          </a:prstGeom>
          <a:solidFill>
            <a:srgbClr val="F0FA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43000" y="2542032"/>
            <a:ext cx="1508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651760" y="2542032"/>
            <a:ext cx="1554480" cy="493776"/>
          </a:xfrm>
          <a:prstGeom prst="rect">
            <a:avLst/>
          </a:prstGeom>
          <a:solidFill>
            <a:srgbClr val="F0FA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651760" y="2542032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192.168.10.32/29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206240" y="2542032"/>
            <a:ext cx="868680" cy="493776"/>
          </a:xfrm>
          <a:prstGeom prst="rect">
            <a:avLst/>
          </a:prstGeom>
          <a:solidFill>
            <a:srgbClr val="7C3AED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06240" y="2542032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074920" y="2542032"/>
            <a:ext cx="3977640" cy="493776"/>
          </a:xfrm>
          <a:prstGeom prst="rect">
            <a:avLst/>
          </a:prstGeom>
          <a:solidFill>
            <a:srgbClr val="F0FA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74920" y="2542032"/>
            <a:ext cx="3977640" cy="493776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connexion entrante depuis DMZ — zone critique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74320" y="3035808"/>
            <a:ext cx="8686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3035808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50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143000" y="3035808"/>
            <a:ext cx="15087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143000" y="3035808"/>
            <a:ext cx="1508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651760" y="3035808"/>
            <a:ext cx="15544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651760" y="3035808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192.168.10.40/29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206240" y="3035808"/>
            <a:ext cx="868680" cy="493776"/>
          </a:xfrm>
          <a:prstGeom prst="rect">
            <a:avLst/>
          </a:prstGeom>
          <a:solidFill>
            <a:srgbClr val="7C3AED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206240" y="3035808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5074920" y="3035808"/>
            <a:ext cx="39776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74920" y="3035808"/>
            <a:ext cx="3977640" cy="493776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complète + VPN WireGuard obligatoire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74320" y="3529584"/>
            <a:ext cx="868680" cy="493776"/>
          </a:xfrm>
          <a:prstGeom prst="rect">
            <a:avLst/>
          </a:prstGeom>
          <a:solidFill>
            <a:srgbClr val="F0FA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320" y="3529584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60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1143000" y="3529584"/>
            <a:ext cx="1508760" cy="493776"/>
          </a:xfrm>
          <a:prstGeom prst="rect">
            <a:avLst/>
          </a:prstGeom>
          <a:solidFill>
            <a:srgbClr val="F0FA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143000" y="3529584"/>
            <a:ext cx="1508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2651760" y="3529584"/>
            <a:ext cx="1554480" cy="493776"/>
          </a:xfrm>
          <a:prstGeom prst="rect">
            <a:avLst/>
          </a:prstGeom>
          <a:solidFill>
            <a:srgbClr val="F0FA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651760" y="3529584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192.168.10.48/29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206240" y="3529584"/>
            <a:ext cx="868680" cy="493776"/>
          </a:xfrm>
          <a:prstGeom prst="rect">
            <a:avLst/>
          </a:prstGeom>
          <a:solidFill>
            <a:srgbClr val="1A8C87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206240" y="3529584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Isolé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5074920" y="3529584"/>
            <a:ext cx="3977640" cy="493776"/>
          </a:xfrm>
          <a:prstGeom prst="rect">
            <a:avLst/>
          </a:prstGeom>
          <a:solidFill>
            <a:srgbClr val="F0FA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074920" y="3529584"/>
            <a:ext cx="3977640" cy="493776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passive anti-ransomware — flux entrants uniquement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347472" cy="347472"/>
          </a:xfrm>
          <a:prstGeom prst="ellipse">
            <a:avLst/>
          </a:prstGeom>
          <a:solidFill>
            <a:srgbClr val="29BCB5"/>
          </a:solidFill>
          <a:ln w="19050">
            <a:solidFill>
              <a:srgbClr val="1A8C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7315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de Filtrage — Principe du Moindre Privilège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548640"/>
            <a:ext cx="8046720" cy="27432"/>
          </a:xfrm>
          <a:prstGeom prst="rect">
            <a:avLst/>
          </a:prstGeom>
          <a:solidFill>
            <a:srgbClr val="29BCB5"/>
          </a:solidFill>
          <a:ln w="12700">
            <a:solidFill>
              <a:srgbClr val="29BC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29BCB5"/>
          </a:solidFill>
          <a:ln w="12700">
            <a:solidFill>
              <a:srgbClr val="29BC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0" y="49423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communication inter-VLAN est INTERDITE par défaut. Seuls les flux ci-dessous sont explicitement autorisés.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969264"/>
            <a:ext cx="233172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96926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→ Destination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06040" y="969264"/>
            <a:ext cx="160020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96926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/ Protocoles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06240" y="969264"/>
            <a:ext cx="77724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96926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83480" y="969264"/>
            <a:ext cx="40690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969264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 sécurité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1298448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298448"/>
            <a:ext cx="2331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→ DMZ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06040" y="1298448"/>
            <a:ext cx="1600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1298448"/>
            <a:ext cx="1600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80, 443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06240" y="1298448"/>
            <a:ext cx="777240" cy="393192"/>
          </a:xfrm>
          <a:prstGeom prst="rect">
            <a:avLst/>
          </a:prstGeom>
          <a:solidFill>
            <a:srgbClr val="16B966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1298448"/>
            <a:ext cx="777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83480" y="1298448"/>
            <a:ext cx="4069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1298448"/>
            <a:ext cx="4069080" cy="3931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Web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1691640"/>
            <a:ext cx="233172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1691640"/>
            <a:ext cx="2331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 → SERVERS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06040" y="1691640"/>
            <a:ext cx="160020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06040" y="1691640"/>
            <a:ext cx="1600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3306 / 445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06240" y="1691640"/>
            <a:ext cx="777240" cy="393192"/>
          </a:xfrm>
          <a:prstGeom prst="rect">
            <a:avLst/>
          </a:prstGeom>
          <a:solidFill>
            <a:srgbClr val="16B966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0" y="1691640"/>
            <a:ext cx="777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983480" y="1691640"/>
            <a:ext cx="406908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1691640"/>
            <a:ext cx="4069080" cy="3931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+ FileServer (uniquement ces ports)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2084832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2084832"/>
            <a:ext cx="2331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 → AD / MGMT / BACKUP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606040" y="2084832"/>
            <a:ext cx="1600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06040" y="2084832"/>
            <a:ext cx="1600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206240" y="2084832"/>
            <a:ext cx="777240" cy="393192"/>
          </a:xfrm>
          <a:prstGeom prst="rect">
            <a:avLst/>
          </a:prstGeom>
          <a:solidFill>
            <a:srgbClr val="DC2626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0" y="2084832"/>
            <a:ext cx="777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983480" y="2084832"/>
            <a:ext cx="4069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2084832"/>
            <a:ext cx="4069080" cy="3931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totale — pivot bloqué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2478024"/>
            <a:ext cx="233172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2478024"/>
            <a:ext cx="2331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WORKSTATIONS → AD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606040" y="2478024"/>
            <a:ext cx="160020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06040" y="2478024"/>
            <a:ext cx="1600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389, 636, 53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206240" y="2478024"/>
            <a:ext cx="777240" cy="393192"/>
          </a:xfrm>
          <a:prstGeom prst="rect">
            <a:avLst/>
          </a:prstGeom>
          <a:solidFill>
            <a:srgbClr val="16B966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06240" y="2478024"/>
            <a:ext cx="777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983480" y="2478024"/>
            <a:ext cx="406908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83480" y="2478024"/>
            <a:ext cx="4069080" cy="3931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LDAPS + DNS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74320" y="2871216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2871216"/>
            <a:ext cx="2331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WORKSTATIONS → BACKUP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606040" y="2871216"/>
            <a:ext cx="1600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06040" y="2871216"/>
            <a:ext cx="1600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206240" y="2871216"/>
            <a:ext cx="777240" cy="393192"/>
          </a:xfrm>
          <a:prstGeom prst="rect">
            <a:avLst/>
          </a:prstGeom>
          <a:solidFill>
            <a:srgbClr val="DC2626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06240" y="2871216"/>
            <a:ext cx="777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983480" y="2871216"/>
            <a:ext cx="4069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83480" y="2871216"/>
            <a:ext cx="4069080" cy="3931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sauvegardes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74320" y="3264408"/>
            <a:ext cx="233172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" y="3264408"/>
            <a:ext cx="2331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→ BACKUP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606040" y="3264408"/>
            <a:ext cx="160020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606040" y="3264408"/>
            <a:ext cx="1600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9102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206240" y="3264408"/>
            <a:ext cx="777240" cy="393192"/>
          </a:xfrm>
          <a:prstGeom prst="rect">
            <a:avLst/>
          </a:prstGeom>
          <a:solidFill>
            <a:srgbClr val="16B966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206240" y="3264408"/>
            <a:ext cx="777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983480" y="3264408"/>
            <a:ext cx="406908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83480" y="3264408"/>
            <a:ext cx="4069080" cy="3931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unidirectionnelle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74320" y="3657600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3657600"/>
            <a:ext cx="2331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→ Internet/VLANs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606040" y="3657600"/>
            <a:ext cx="1600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606040" y="3657600"/>
            <a:ext cx="1600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206240" y="3657600"/>
            <a:ext cx="777240" cy="393192"/>
          </a:xfrm>
          <a:prstGeom prst="rect">
            <a:avLst/>
          </a:prstGeom>
          <a:solidFill>
            <a:srgbClr val="DC2626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206240" y="3657600"/>
            <a:ext cx="777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983480" y="3657600"/>
            <a:ext cx="4069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983480" y="3657600"/>
            <a:ext cx="4069080" cy="3931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passive anti-ransomware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274320" y="4050792"/>
            <a:ext cx="233172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74320" y="4050792"/>
            <a:ext cx="2331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WireGuard → Réseau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606040" y="4050792"/>
            <a:ext cx="160020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606040" y="4050792"/>
            <a:ext cx="1600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51820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206240" y="4050792"/>
            <a:ext cx="777240" cy="393192"/>
          </a:xfrm>
          <a:prstGeom prst="rect">
            <a:avLst/>
          </a:prstGeom>
          <a:solidFill>
            <a:srgbClr val="16B966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206240" y="4050792"/>
            <a:ext cx="777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983480" y="4050792"/>
            <a:ext cx="4069080" cy="393192"/>
          </a:xfrm>
          <a:prstGeom prst="rect">
            <a:avLst/>
          </a:prstGeom>
          <a:solidFill>
            <a:srgbClr val="F5F5F5"/>
          </a:solidFill>
          <a:ln w="6350">
            <a:solidFill>
              <a:srgbClr val="D8D8D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983480" y="4050792"/>
            <a:ext cx="4069080" cy="3931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distant (AD, MGMT, BACKUP only)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347472" cy="347472"/>
          </a:xfrm>
          <a:prstGeom prst="ellipse">
            <a:avLst/>
          </a:prstGeom>
          <a:solidFill>
            <a:srgbClr val="29BCB5"/>
          </a:solidFill>
          <a:ln w="19050">
            <a:solidFill>
              <a:srgbClr val="1A8C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7315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SIEM Wazuh — Procédure de Traitement des Incidents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548640"/>
            <a:ext cx="8046720" cy="27432"/>
          </a:xfrm>
          <a:prstGeom prst="rect">
            <a:avLst/>
          </a:prstGeom>
          <a:solidFill>
            <a:srgbClr val="29BCB5"/>
          </a:solidFill>
          <a:ln w="12700">
            <a:solidFill>
              <a:srgbClr val="29BC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29BCB5"/>
          </a:solidFill>
          <a:ln w="12700">
            <a:solidFill>
              <a:srgbClr val="29BC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0" y="49423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694944"/>
            <a:ext cx="3200400" cy="292608"/>
          </a:xfrm>
          <a:prstGeom prst="rect">
            <a:avLst/>
          </a:prstGeom>
          <a:solidFill>
            <a:srgbClr val="29BCB5"/>
          </a:solidFill>
          <a:ln w="12700">
            <a:solidFill>
              <a:srgbClr val="29BC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6949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de logs collectées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005840"/>
            <a:ext cx="3200400" cy="466344"/>
          </a:xfrm>
          <a:prstGeom prst="rect">
            <a:avLst/>
          </a:prstGeom>
          <a:solidFill>
            <a:srgbClr val="EAF8F7"/>
          </a:solidFill>
          <a:ln w="6350">
            <a:solidFill>
              <a:srgbClr val="C0E8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005840"/>
            <a:ext cx="30175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 → Syslog (port 514) : toutes les règles BLOCK/DENY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508760"/>
            <a:ext cx="320040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C0E8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508760"/>
            <a:ext cx="30175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 → Agent Wazuh : auth, GPO, comptes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011680"/>
            <a:ext cx="3200400" cy="466344"/>
          </a:xfrm>
          <a:prstGeom prst="rect">
            <a:avLst/>
          </a:prstGeom>
          <a:solidFill>
            <a:srgbClr val="EAF8F7"/>
          </a:solidFill>
          <a:ln w="6350">
            <a:solidFill>
              <a:srgbClr val="C0E8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011680"/>
            <a:ext cx="30175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20 Serveurs → Agent Wazuh : accès fichiers, DB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514600"/>
            <a:ext cx="320040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C0E8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14600"/>
            <a:ext cx="30175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60 Backup → Agent Wazuh : seule sortie autorisée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0" y="694944"/>
            <a:ext cx="18288" cy="4023360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0" y="694944"/>
            <a:ext cx="498348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69494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 de traitement d'incident — 5 étapes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0480" y="1024128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0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315968" y="102412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23560" y="1024128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Wazuh reçue par l'admin (email + notification)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840480" y="1417320"/>
            <a:ext cx="4983480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0" y="1691640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315968" y="16916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623560" y="169164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les logs associés — faux positif ou incident réel ?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840480" y="2084832"/>
            <a:ext cx="4983480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0" y="2359152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315968" y="235915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Confinement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623560" y="235915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Isoler via règle pfSense BLOCK, bloquer IP WAN, désactiver compte AD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840480" y="2752344"/>
            <a:ext cx="4983480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3026664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0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315968" y="302666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Remédiation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623560" y="3026664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la cause racine + appliquer correctif (patch, credentials)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840480" y="3419856"/>
            <a:ext cx="4983480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40480" y="3694176"/>
            <a:ext cx="384048" cy="384048"/>
          </a:xfrm>
          <a:prstGeom prst="ellipse">
            <a:avLst/>
          </a:prstGeom>
          <a:solidFill>
            <a:srgbClr val="1A8C87"/>
          </a:solidFill>
          <a:ln w="12700">
            <a:solidFill>
              <a:srgbClr val="1A8C8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315968" y="369417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8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623560" y="3694176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d'incident 24h, logs forensiques 1 an, mise à jour PSSI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840480" y="4343400"/>
            <a:ext cx="4983480" cy="292608"/>
          </a:xfrm>
          <a:prstGeom prst="rect">
            <a:avLst/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31920" y="43434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 Retour d'experience mensuel — rapport d'incidents transmis au responsable infrastructure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347472" cy="347472"/>
          </a:xfrm>
          <a:prstGeom prst="ellipse">
            <a:avLst/>
          </a:prstGeom>
          <a:solidFill>
            <a:srgbClr val="29BCB5"/>
          </a:solidFill>
          <a:ln w="19050">
            <a:solidFill>
              <a:srgbClr val="1A8C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7315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Anti-Ransomware &amp; Continuité d'Activité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548640"/>
            <a:ext cx="8046720" cy="27432"/>
          </a:xfrm>
          <a:prstGeom prst="rect">
            <a:avLst/>
          </a:prstGeom>
          <a:solidFill>
            <a:srgbClr val="29BCB5"/>
          </a:solidFill>
          <a:ln w="12700">
            <a:solidFill>
              <a:srgbClr val="29BC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29BCB5"/>
          </a:solidFill>
          <a:ln w="12700">
            <a:solidFill>
              <a:srgbClr val="29BC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0" y="49423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694944"/>
            <a:ext cx="4114800" cy="292608"/>
          </a:xfrm>
          <a:prstGeom prst="rect">
            <a:avLst/>
          </a:prstGeom>
          <a:solidFill>
            <a:srgbClr val="29BCB5"/>
          </a:solidFill>
          <a:ln w="12700">
            <a:solidFill>
              <a:srgbClr val="29BC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6949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60 — Zone Backup Isolée (Anti-Ransomware)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024128"/>
            <a:ext cx="4114800" cy="438912"/>
          </a:xfrm>
          <a:prstGeom prst="rect">
            <a:avLst/>
          </a:prstGeom>
          <a:solidFill>
            <a:srgbClr val="EAF8F7"/>
          </a:solidFill>
          <a:ln w="6350">
            <a:solidFill>
              <a:srgbClr val="C0E8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115568"/>
            <a:ext cx="54864" cy="256032"/>
          </a:xfrm>
          <a:prstGeom prst="rect">
            <a:avLst/>
          </a:prstGeom>
          <a:solidFill>
            <a:srgbClr val="29BCB5"/>
          </a:solidFill>
          <a:ln w="12700">
            <a:solidFill>
              <a:srgbClr val="29BC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02412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passive — aucune connexion sortante initiee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536192"/>
            <a:ext cx="4114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0E8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627632"/>
            <a:ext cx="54864" cy="256032"/>
          </a:xfrm>
          <a:prstGeom prst="rect">
            <a:avLst/>
          </a:prstGeom>
          <a:solidFill>
            <a:srgbClr val="29BCB5"/>
          </a:solidFill>
          <a:ln w="12700">
            <a:solidFill>
              <a:srgbClr val="29BC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53619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entrants uniquement : TCP 9102 (BorgBackup)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048256"/>
            <a:ext cx="4114800" cy="438912"/>
          </a:xfrm>
          <a:prstGeom prst="rect">
            <a:avLst/>
          </a:prstGeom>
          <a:solidFill>
            <a:srgbClr val="EAF8F7"/>
          </a:solidFill>
          <a:ln w="6350">
            <a:solidFill>
              <a:srgbClr val="C0E8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139696"/>
            <a:ext cx="54864" cy="256032"/>
          </a:xfrm>
          <a:prstGeom prst="rect">
            <a:avLst/>
          </a:prstGeom>
          <a:solidFill>
            <a:srgbClr val="29BCB5"/>
          </a:solidFill>
          <a:ln w="12700">
            <a:solidFill>
              <a:srgbClr val="29BC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04825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 Internet totalement bloque (pfSense DENY)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560320"/>
            <a:ext cx="4114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0E8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651760"/>
            <a:ext cx="54864" cy="256032"/>
          </a:xfrm>
          <a:prstGeom prst="rect">
            <a:avLst/>
          </a:prstGeom>
          <a:solidFill>
            <a:srgbClr val="29BCB5"/>
          </a:solidFill>
          <a:ln w="12700">
            <a:solidFill>
              <a:srgbClr val="29BC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56032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 exception : logs vers Wazuh (tracabilite)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072384"/>
            <a:ext cx="4114800" cy="438912"/>
          </a:xfrm>
          <a:prstGeom prst="rect">
            <a:avLst/>
          </a:prstGeom>
          <a:solidFill>
            <a:srgbClr val="EAF8F7"/>
          </a:solidFill>
          <a:ln w="6350">
            <a:solidFill>
              <a:srgbClr val="C0E8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163824"/>
            <a:ext cx="54864" cy="256032"/>
          </a:xfrm>
          <a:prstGeom prst="rect">
            <a:avLst/>
          </a:prstGeom>
          <a:solidFill>
            <a:srgbClr val="29BCB5"/>
          </a:solidFill>
          <a:ln w="12700">
            <a:solidFill>
              <a:srgbClr val="29BC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072384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Sauvegardes inatteignables meme si VLAN 20/30 compromis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584448"/>
            <a:ext cx="4114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0E8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675888"/>
            <a:ext cx="54864" cy="256032"/>
          </a:xfrm>
          <a:prstGeom prst="rect">
            <a:avLst/>
          </a:prstGeom>
          <a:solidFill>
            <a:srgbClr val="29BCB5"/>
          </a:solidFill>
          <a:ln w="12700">
            <a:solidFill>
              <a:srgbClr val="29BC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58444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 3-2-1 : 3 copies, 2 supports, 1 hors-site (evolutif)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694944"/>
            <a:ext cx="41148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6949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/ RPO — Objectifs de Reprise par Service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1024128"/>
            <a:ext cx="1828800" cy="310896"/>
          </a:xfrm>
          <a:prstGeom prst="rect">
            <a:avLst/>
          </a:prstGeom>
          <a:solidFill>
            <a:srgbClr val="37547A"/>
          </a:solidFill>
          <a:ln w="12700">
            <a:solidFill>
              <a:srgbClr val="3754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10241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92240" y="1024128"/>
            <a:ext cx="1143000" cy="310896"/>
          </a:xfrm>
          <a:prstGeom prst="rect">
            <a:avLst/>
          </a:prstGeom>
          <a:solidFill>
            <a:srgbClr val="37547A"/>
          </a:solidFill>
          <a:ln w="12700">
            <a:solidFill>
              <a:srgbClr val="3754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102412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635240" y="1024128"/>
            <a:ext cx="1143000" cy="310896"/>
          </a:xfrm>
          <a:prstGeom prst="rect">
            <a:avLst/>
          </a:prstGeom>
          <a:solidFill>
            <a:srgbClr val="37547A"/>
          </a:solidFill>
          <a:ln w="12700">
            <a:solidFill>
              <a:srgbClr val="3754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35240" y="102412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1335024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133502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92240" y="1335024"/>
            <a:ext cx="1143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1335024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635240" y="1335024"/>
            <a:ext cx="1143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35240" y="1335024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63440" y="1792224"/>
            <a:ext cx="1828800" cy="420624"/>
          </a:xfrm>
          <a:prstGeom prst="rect">
            <a:avLst/>
          </a:prstGeom>
          <a:solidFill>
            <a:srgbClr val="F0F4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179222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de Fichiers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92240" y="1792224"/>
            <a:ext cx="1143000" cy="420624"/>
          </a:xfrm>
          <a:prstGeom prst="rect">
            <a:avLst/>
          </a:prstGeom>
          <a:solidFill>
            <a:srgbClr val="F0F4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40" y="1792224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635240" y="1792224"/>
            <a:ext cx="1143000" cy="420624"/>
          </a:xfrm>
          <a:prstGeom prst="rect">
            <a:avLst/>
          </a:prstGeom>
          <a:solidFill>
            <a:srgbClr val="F0F4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35240" y="1792224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63440" y="2249424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224942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492240" y="2249424"/>
            <a:ext cx="1143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92240" y="2249424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635240" y="2249424"/>
            <a:ext cx="1143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35240" y="2249424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663440" y="2706624"/>
            <a:ext cx="1828800" cy="420624"/>
          </a:xfrm>
          <a:prstGeom prst="rect">
            <a:avLst/>
          </a:prstGeom>
          <a:solidFill>
            <a:srgbClr val="F0F4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63440" y="270662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Web (DMZ)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492240" y="2706624"/>
            <a:ext cx="1143000" cy="420624"/>
          </a:xfrm>
          <a:prstGeom prst="rect">
            <a:avLst/>
          </a:prstGeom>
          <a:solidFill>
            <a:srgbClr val="F0F4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92240" y="2706624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635240" y="2706624"/>
            <a:ext cx="1143000" cy="420624"/>
          </a:xfrm>
          <a:prstGeom prst="rect">
            <a:avLst/>
          </a:prstGeom>
          <a:solidFill>
            <a:srgbClr val="F0F4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35240" y="2706624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663440" y="3163824"/>
            <a:ext cx="4114800" cy="365760"/>
          </a:xfrm>
          <a:prstGeom prst="rect">
            <a:avLst/>
          </a:prstGeom>
          <a:solidFill>
            <a:srgbClr val="F0F9FF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54880" y="316382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</a:t>
            </a:r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Interruption max acceptable    </a:t>
            </a:r>
            <a:pPr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</a:t>
            </a:r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Perte de données maximale tolérée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663440" y="3584448"/>
            <a:ext cx="411480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54880" y="35844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 conforme : ISO/IEC 27001  •  ANSSI PSSIE  •  RGS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PSSI - Projet DeTECHtive</dc:title>
  <dc:subject>PptxGenJS Presentation</dc:subject>
  <dc:creator>PptxGenJS</dc:creator>
  <cp:lastModifiedBy>PptxGenJS</cp:lastModifiedBy>
  <cp:revision>1</cp:revision>
  <dcterms:created xsi:type="dcterms:W3CDTF">2026-04-01T16:21:06Z</dcterms:created>
  <dcterms:modified xsi:type="dcterms:W3CDTF">2026-04-01T16:21:06Z</dcterms:modified>
</cp:coreProperties>
</file>