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6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35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0793" y="1746945"/>
            <a:ext cx="47622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Detechtive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48675" y="2585145"/>
            <a:ext cx="36465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&amp; Règles Wazuh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30009" y="3209925"/>
            <a:ext cx="28838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Détection d'Intrusions et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7237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97112"/>
            <a:ext cx="7924800" cy="7237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35163"/>
            <a:ext cx="7924800" cy="7237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325761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(6)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584722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Eclair, Elmusico, QWERTY4GNS, WaffleMan, Soldelavie, NoFitness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049512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(3)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308473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Dubois, Nicolas Frank Strudel, Geral Nolan Smith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887563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INVESTIGATIONS (3)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146524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001:</a:t>
            </a: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 de pâtisserie (Opened) • </a:t>
            </a: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002:</a:t>
            </a: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Conception secrète (Freezed) • </a:t>
            </a: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003:</a:t>
            </a: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Divorce (Closed)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9532"/>
            <a:ext cx="7924800" cy="1644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Active Directory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/var/ossec/etc/rules/local_rules.xml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 les ajouts de membres dans les groupes privilégiés (Domain Admins) et les attaques DCSync (réplication AD malveillante pour voler les hash de mots de passe)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8438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 name="windows,ad,security"&gt;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9725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id="100100" level="15"&gt;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210130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 name="win.eventdata.TargetUserName"&gt;Domain Admins&lt;/field&gt;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2300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&lt;description&gt;CRITICAL - User added to Domain Admins&lt;/description&gt;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35877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&lt;mitre&gt;T1098&lt;/mitre&gt;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48751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6162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id="100101" level="15"&gt;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74498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&lt;match&gt;Replicating Directory Changes&lt;/match&gt;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87372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&lt;description&gt;CRITICAL - Possible DCSync attack&lt;/description&gt;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52475" y="3002459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2475" y="3131195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&lt;/group&gt;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9532"/>
            <a:ext cx="7924800" cy="1644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Database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/var/ossec/etc/rules/local_rules.xml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 les tentatives d'extraction de données (dump) via mysqldump/pgdump et les attaques par force brute (5 échecs de connexion en 2 minutes sur port 3306)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8438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 name="database,security"&gt;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9725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id="100400" level="14"&gt;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210130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&lt;match&gt;mysqldump|pgdump|BACKUP DATABASE&lt;/match&gt;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2300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&lt;description&gt;HIGH - Database dump detected&lt;/description&gt;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35877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&lt;mitre&gt;T1005&lt;/mitre&gt;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48751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6162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id="100401" level="12" frequency="5" timeframe="120"&gt;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74498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&lt;description&gt;Brute force attack on Database detected&lt;/description&gt;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87372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&lt;mitre&gt;T1110&lt;/mitre&gt;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52475" y="3002459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2475" y="3131195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&lt;/group&gt;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9532"/>
            <a:ext cx="7924800" cy="1644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Ransomware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/var/ossec/etc/rules/local_rules.xml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 les comportements typiques de ransomware : suppression des Shadow Copies (sauvegardes Windows) et suppression massive de fichiers (10 suppressions en 60 secondes)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8438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 name="windows,fileserver,ransomware"&gt;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9725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id="100300" level="15"&gt;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210130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&lt;match&gt;vssadmin delete shadows&lt;/match&gt;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2300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&lt;description&gt;CRITICAL - Shadow copies deleted&lt;/description&gt;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35877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&lt;mitre&gt;T1490&lt;/mitre&gt;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48751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6162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id="100301" level="13" frequency="10" timeframe="60"&gt;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74498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&lt;match&gt;del /s|Remove-Item -Recurse&lt;/match&gt;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87372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&lt;description&gt;HIGH - Mass file deletion detected&lt;/description&gt;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52475" y="3002459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2475" y="3131195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&lt;/group&gt;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69541"/>
            <a:ext cx="7924800" cy="177343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Web Server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/var/ossec/etc/rules/local_rules.xml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 les webshells (exécution de cmd.exe/powershell.exe par le serveur web) et les injections SQL (patterns: union select, or 1=1, sleep, xp_cmdshell)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6838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 name="web,attack"&gt;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81257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id="100500" level="15"&gt;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194131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&lt;match&gt;cmd.exe|powershell.exe&lt;/match&gt;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0700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&lt;description&gt;CRITICAL - Possible webshell execution&lt;/description&gt;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19878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&lt;mitre&gt;T1505&lt;/mitre&gt;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32752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456259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id="100501" level="12"&gt;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58499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&lt;match&gt;union select|or 1=1|sleep&lt;/match&gt;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7137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&lt;description&gt;MEDIUM - SQL Injection attempt&lt;/description&gt;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52475" y="28424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&lt;mitre&gt;T1190&lt;/mitre&gt;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2475" y="2971205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52475" y="30999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&lt;/group&gt;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9532"/>
            <a:ext cx="7924800" cy="177343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Actives - ossec.conf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/var/ossec/etc/ossec.conf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 automatique d'IP via pfSense lors de détection d'attaque. Exemple: règle 100401 (brute force DB) → blocage 1800s (30 min). Le script blockip.sh utilise pfctl pour ajouter l'IP dans la table blockedips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8438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&lt;ossec_config&gt;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9725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&lt;command&gt;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210130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&lt;name&gt;blockip&lt;/name&gt;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2300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&lt;executable&gt;blockip.sh&lt;/executable&gt;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35877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&lt;/command&gt;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48751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&lt;active-response&gt;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6162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&lt;command&gt;blockip&lt;/command&gt;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74498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&lt;location&gt;local&lt;/location&gt;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87372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&lt;rules_id&gt;100401&lt;/rules_id&gt;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52475" y="3002459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&lt;timeout&gt;1800&lt;/timeout&gt;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2475" y="3131195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&lt;/active-response&gt;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52475" y="325993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&lt;/ossec_config&gt;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9532"/>
            <a:ext cx="7924800" cy="138722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Integrity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/var/ossec/etc/ossec.conf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09551"/>
            <a:ext cx="7924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en temps réel des modifications de fichiers critiques dans System32 et SysWOW64. Exclusion des fichiers temporaires (.tmp, .log, .bak) pour éviter les faux positifs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2475" y="184383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&lt;syscheck&gt;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52475" y="1972568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&lt;directories realtime="yes"&gt;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52475" y="2101304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C:\Windows\System32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52475" y="2230041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&lt;/directories&gt;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2475" y="2358777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&lt;directories realtime="yes"&gt;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52475" y="2487513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C:\Windows\SysWOW64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52475" y="2616250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&lt;/directories&gt;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2475" y="2744986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&lt;ignore type="sregex"&gt;.tmp|.log|.bak&lt;/ignore&gt;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2475" y="2873722"/>
            <a:ext cx="7820978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14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&lt;/syscheck&gt;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58057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30139"/>
            <a:ext cx="7924800" cy="58057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86918"/>
            <a:ext cx="7924800" cy="58057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 des Règles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3900" y="1287661"/>
            <a:ext cx="785012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CRITIQUE (Level 15)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23900" y="1479649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100100-102: AD • 100200-201: LSASS • 100300: Shadow • 100500: Webshell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3900" y="1944439"/>
            <a:ext cx="785012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ÉLEVÉ (Level 13-14)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23900" y="2136428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100301: Suppression massive • 100400: DB dump • 100600: Scan réseau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3900" y="2601218"/>
            <a:ext cx="785012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MOYEN (Level 10-12)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23900" y="2793206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100401: Brute force SQL • 100501: SQLi • 100700: pfSense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Affichage à l'écran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Axel Ginepro</cp:lastModifiedBy>
  <cp:revision>2</cp:revision>
  <dcterms:created xsi:type="dcterms:W3CDTF">2026-03-31T12:59:34Z</dcterms:created>
  <dcterms:modified xsi:type="dcterms:W3CDTF">2026-03-31T13:00:23Z</dcterms:modified>
</cp:coreProperties>
</file>